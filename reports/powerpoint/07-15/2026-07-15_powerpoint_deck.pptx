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/Relationship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image" Target="../media/slide_0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slide_0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image" Target="../media/slide_03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image" Target="../media/slide_04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image" Target="../media/slide_05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image" Target="../media/slide_06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image" Target="../media/slide_07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image" Target="../media/slide_08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image" Target="../media/slide_09.pn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image" Target="../media/slide_10.png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image" Target="../media/slide_11.png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image" Target="../media/slide_12.png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image" Target="../media/slide_13.png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image" Target="../media/slide_14.png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image" Target="../media/slide_15.png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image" Target="../media/slide_16.png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image" Target="../media/slide_17.png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image" Target="../media/slide_18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0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0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0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0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05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06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07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08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09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10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1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1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1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1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15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16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17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_18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